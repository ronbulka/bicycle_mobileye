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63" r:id="rId4"/>
    <p:sldId id="264" r:id="rId5"/>
    <p:sldId id="267" r:id="rId6"/>
    <p:sldId id="266" r:id="rId7"/>
    <p:sldId id="265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9844C7A-3FA4-4976-BDD6-E9CF21FDF1E4}">
          <p14:sldIdLst>
            <p14:sldId id="256"/>
            <p14:sldId id="257"/>
            <p14:sldId id="263"/>
            <p14:sldId id="264"/>
            <p14:sldId id="267"/>
            <p14:sldId id="266"/>
            <p14:sldId id="265"/>
            <p14:sldId id="268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41EF1-6A0A-4BC2-A7AF-7129CB5DA575}" type="datetimeFigureOut">
              <a:rPr lang="en-GB" smtClean="0"/>
              <a:t>15/03/2025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470E-542F-4DE4-8B18-B5ECD185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874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41EF1-6A0A-4BC2-A7AF-7129CB5DA575}" type="datetimeFigureOut">
              <a:rPr lang="en-GB" smtClean="0"/>
              <a:t>15/03/2025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470E-542F-4DE4-8B18-B5ECD185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1524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41EF1-6A0A-4BC2-A7AF-7129CB5DA575}" type="datetimeFigureOut">
              <a:rPr lang="en-GB" smtClean="0"/>
              <a:t>15/03/2025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470E-542F-4DE4-8B18-B5ECD185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12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41EF1-6A0A-4BC2-A7AF-7129CB5DA575}" type="datetimeFigureOut">
              <a:rPr lang="en-GB" smtClean="0"/>
              <a:t>15/03/2025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470E-542F-4DE4-8B18-B5ECD185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010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41EF1-6A0A-4BC2-A7AF-7129CB5DA575}" type="datetimeFigureOut">
              <a:rPr lang="en-GB" smtClean="0"/>
              <a:t>15/03/2025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470E-542F-4DE4-8B18-B5ECD185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59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41EF1-6A0A-4BC2-A7AF-7129CB5DA575}" type="datetimeFigureOut">
              <a:rPr lang="en-GB" smtClean="0"/>
              <a:t>15/03/2025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470E-542F-4DE4-8B18-B5ECD185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495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41EF1-6A0A-4BC2-A7AF-7129CB5DA575}" type="datetimeFigureOut">
              <a:rPr lang="en-GB" smtClean="0"/>
              <a:t>15/03/2025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470E-542F-4DE4-8B18-B5ECD185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3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41EF1-6A0A-4BC2-A7AF-7129CB5DA575}" type="datetimeFigureOut">
              <a:rPr lang="en-GB" smtClean="0"/>
              <a:t>15/03/2025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470E-542F-4DE4-8B18-B5ECD185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78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470E-542F-4DE4-8B18-B5ECD185164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41EF1-6A0A-4BC2-A7AF-7129CB5DA575}" type="datetimeFigureOut">
              <a:rPr lang="en-GB" smtClean="0"/>
              <a:t>15/03/2025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790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41EF1-6A0A-4BC2-A7AF-7129CB5DA575}" type="datetimeFigureOut">
              <a:rPr lang="en-GB" smtClean="0"/>
              <a:t>15/03/2025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470E-542F-4DE4-8B18-B5ECD185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82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41EF1-6A0A-4BC2-A7AF-7129CB5DA575}" type="datetimeFigureOut">
              <a:rPr lang="en-GB" smtClean="0"/>
              <a:t>15/03/2025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470E-542F-4DE4-8B18-B5ECD1851645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9427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41EF1-6A0A-4BC2-A7AF-7129CB5DA575}" type="datetimeFigureOut">
              <a:rPr lang="en-GB" smtClean="0"/>
              <a:t>15/03/2025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470E-542F-4DE4-8B18-B5ECD185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208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41EF1-6A0A-4BC2-A7AF-7129CB5DA575}" type="datetimeFigureOut">
              <a:rPr lang="en-GB" smtClean="0"/>
              <a:t>15/03/2025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470E-542F-4DE4-8B18-B5ECD1851645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3611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41EF1-6A0A-4BC2-A7AF-7129CB5DA575}" type="datetimeFigureOut">
              <a:rPr lang="en-GB" smtClean="0"/>
              <a:t>15/03/2025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470E-542F-4DE4-8B18-B5ECD185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803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41EF1-6A0A-4BC2-A7AF-7129CB5DA575}" type="datetimeFigureOut">
              <a:rPr lang="en-GB" smtClean="0"/>
              <a:t>15/03/2025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470E-542F-4DE4-8B18-B5ECD185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8299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41EF1-6A0A-4BC2-A7AF-7129CB5DA575}" type="datetimeFigureOut">
              <a:rPr lang="en-GB" smtClean="0"/>
              <a:t>15/03/2025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D470E-542F-4DE4-8B18-B5ECD185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0286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41EF1-6A0A-4BC2-A7AF-7129CB5DA575}" type="datetimeFigureOut">
              <a:rPr lang="en-GB" smtClean="0"/>
              <a:t>15/03/2025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DBD470E-542F-4DE4-8B18-B5ECD185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920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9B8A5A16-7BE9-4AA1-9B5E-00FAFA5C8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93528F3-EFCB-4F9C-AC6F-A130BC6FAC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33639C4-7BA8-46BF-B77F-C44F350F89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B4FA542-2523-4BD8-BCF7-09F23BB6A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0DC937BF-4C1E-4507-B43D-0C7644CAE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41" name="Rectangle 25">
              <a:extLst>
                <a:ext uri="{FF2B5EF4-FFF2-40B4-BE49-F238E27FC236}">
                  <a16:creationId xmlns:a16="http://schemas.microsoft.com/office/drawing/2014/main" id="{47E376DE-2C96-4763-AD42-01D60C2B0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B158AF34-A9BC-4D79-9525-2D35595408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42" name="Rectangle 27">
              <a:extLst>
                <a:ext uri="{FF2B5EF4-FFF2-40B4-BE49-F238E27FC236}">
                  <a16:creationId xmlns:a16="http://schemas.microsoft.com/office/drawing/2014/main" id="{9C7FAAF9-2552-422D-846A-3ADC4AD46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AE9C7168-E636-4C02-96D2-6D58240358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EFA004EC-0377-4ED7-AA13-B901F5D0BE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7874CAB0-23F6-4DCB-B2FB-6ABE95AA5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8024AF93-149D-4CDC-9A3F-5B87F347D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FBE3CEC0-6896-048D-EC88-88B68FE11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>
            <a:normAutofit/>
          </a:bodyPr>
          <a:lstStyle/>
          <a:p>
            <a:r>
              <a:rPr lang="he-IL" sz="2400" dirty="0">
                <a:solidFill>
                  <a:schemeClr val="tx1"/>
                </a:solidFill>
              </a:rPr>
              <a:t>מבצעים: רון </a:t>
            </a:r>
            <a:r>
              <a:rPr lang="he-IL" sz="2400" dirty="0" err="1">
                <a:solidFill>
                  <a:schemeClr val="tx1"/>
                </a:solidFill>
              </a:rPr>
              <a:t>לבדינסקי</a:t>
            </a:r>
            <a:r>
              <a:rPr lang="he-IL" sz="2400" dirty="0">
                <a:solidFill>
                  <a:schemeClr val="tx1"/>
                </a:solidFill>
              </a:rPr>
              <a:t> ואורי גרוס</a:t>
            </a:r>
          </a:p>
          <a:p>
            <a:r>
              <a:rPr lang="he-IL" sz="2400" dirty="0">
                <a:solidFill>
                  <a:schemeClr val="tx1"/>
                </a:solidFill>
              </a:rPr>
              <a:t>מנחה: מר קובי </a:t>
            </a:r>
            <a:r>
              <a:rPr lang="he-IL" sz="2400" dirty="0" err="1">
                <a:solidFill>
                  <a:schemeClr val="tx1"/>
                </a:solidFill>
              </a:rPr>
              <a:t>כוחיי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A8E3BB-C1B3-71F4-5CE6-034417343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>
            <a:normAutofit/>
          </a:bodyPr>
          <a:lstStyle/>
          <a:p>
            <a:r>
              <a:rPr lang="he-IL" dirty="0" err="1">
                <a:solidFill>
                  <a:schemeClr val="tx1"/>
                </a:solidFill>
              </a:rPr>
              <a:t>מובילאיי</a:t>
            </a:r>
            <a:r>
              <a:rPr lang="he-IL" dirty="0">
                <a:solidFill>
                  <a:schemeClr val="tx1"/>
                </a:solidFill>
              </a:rPr>
              <a:t> לאופניים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162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83F0A4-68F3-6B0C-B303-92D46F2CF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Autofit/>
          </a:bodyPr>
          <a:lstStyle/>
          <a:p>
            <a:pPr algn="r" rtl="1"/>
            <a:r>
              <a:rPr lang="he-IL" sz="4000" dirty="0">
                <a:solidFill>
                  <a:schemeClr val="accent2">
                    <a:lumMod val="75000"/>
                  </a:schemeClr>
                </a:solidFill>
              </a:rPr>
              <a:t>תמונה של רכיבי </a:t>
            </a:r>
            <a:r>
              <a:rPr lang="he-IL" sz="4000" dirty="0" err="1">
                <a:solidFill>
                  <a:schemeClr val="accent2">
                    <a:lumMod val="75000"/>
                  </a:schemeClr>
                </a:solidFill>
              </a:rPr>
              <a:t>הפרוייקט</a:t>
            </a:r>
            <a:r>
              <a:rPr lang="he-IL" sz="4000" dirty="0">
                <a:solidFill>
                  <a:schemeClr val="accent2">
                    <a:lumMod val="75000"/>
                  </a:schemeClr>
                </a:solidFill>
              </a:rPr>
              <a:t> וסקיצה שלו</a:t>
            </a:r>
            <a:br>
              <a:rPr lang="he-IL" sz="4000" dirty="0"/>
            </a:br>
            <a:br>
              <a:rPr lang="he-IL" sz="4000" dirty="0"/>
            </a:br>
            <a:br>
              <a:rPr lang="he-IL" sz="4000" dirty="0"/>
            </a:br>
            <a:endParaRPr lang="en-GB" sz="4000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5EB9A1BA-27EE-7BBC-DF58-2131E86B2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pPr algn="r" rtl="1"/>
            <a:r>
              <a:rPr lang="he-IL" sz="2800" dirty="0" err="1"/>
              <a:t>כגכ</a:t>
            </a:r>
            <a:endParaRPr lang="en-GB" sz="2800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923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65456-E7D1-8B55-A48A-BC073433B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C8087E5-79C9-BC49-85AD-64AAF8CEE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7D74B-2780-7319-2294-DA39A313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Autofit/>
          </a:bodyPr>
          <a:lstStyle/>
          <a:p>
            <a:pPr algn="r" rtl="1"/>
            <a:r>
              <a:rPr lang="he-IL" sz="4000" dirty="0">
                <a:solidFill>
                  <a:schemeClr val="accent2">
                    <a:lumMod val="75000"/>
                  </a:schemeClr>
                </a:solidFill>
              </a:rPr>
              <a:t>סקירת הבעיה</a:t>
            </a:r>
            <a:endParaRPr lang="en-GB" sz="4000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D090B9BD-326B-CD94-D1DB-4794DF994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BF8FB530-1614-4A38-D9F2-EE0001E1D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pPr algn="r" rtl="1"/>
            <a:r>
              <a:rPr lang="he-IL" sz="2800" dirty="0" err="1"/>
              <a:t>כגכ</a:t>
            </a:r>
            <a:endParaRPr lang="en-GB" sz="2800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9440538E-4615-A8EC-298C-A7595D44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4601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5BC6B-EAB8-DAC4-1B90-0C0AB4A9C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698F9AB-60EB-F1C9-8619-0F069AFA8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208873-3A27-69A3-E9D0-BC22A1F6B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Autofit/>
          </a:bodyPr>
          <a:lstStyle/>
          <a:p>
            <a:pPr algn="r" rtl="1"/>
            <a:r>
              <a:rPr lang="he-IL" sz="4000" dirty="0">
                <a:solidFill>
                  <a:schemeClr val="accent2">
                    <a:lumMod val="75000"/>
                  </a:schemeClr>
                </a:solidFill>
              </a:rPr>
              <a:t>אזכור של פיתוח דומה</a:t>
            </a:r>
            <a:endParaRPr lang="en-GB" sz="4000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287FD48-F7A0-36DC-3781-17968CB4F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61BA5818-D449-0DE3-B208-A4E4F42B2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pPr algn="r" rtl="1"/>
            <a:r>
              <a:rPr lang="he-IL" sz="2800" dirty="0" err="1"/>
              <a:t>כגכ</a:t>
            </a:r>
            <a:endParaRPr lang="en-GB" sz="2800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F5AB32E3-5782-E848-E331-031774F39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1287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14C96E-8ECE-C437-3323-BDDF46B6A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DAFFA2A-A5F5-9010-1025-1D7A33219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742E37-BE9F-EAF7-A9ED-3FC7DAD2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Autofit/>
          </a:bodyPr>
          <a:lstStyle/>
          <a:p>
            <a:pPr algn="r" rtl="1"/>
            <a:r>
              <a:rPr lang="he-IL" sz="4000" dirty="0">
                <a:solidFill>
                  <a:schemeClr val="accent2">
                    <a:lumMod val="75000"/>
                  </a:schemeClr>
                </a:solidFill>
              </a:rPr>
              <a:t>מצלמה שנבחרה ואפשרויות אחרות</a:t>
            </a:r>
            <a:endParaRPr lang="en-GB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15E891DB-AA3E-F8B2-9AD8-D57921F6B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D6579D8-5A2A-9FCB-D3FA-826145955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pPr algn="r" rtl="1"/>
            <a:r>
              <a:rPr lang="he-IL" sz="2800" dirty="0" err="1"/>
              <a:t>כגכ</a:t>
            </a:r>
            <a:endParaRPr lang="en-GB" sz="2800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6FFC161F-F9CB-7C46-9136-03888F385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182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A01B52-0E55-FFF4-6B49-E4126E2F0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88708F7B-D769-0572-7FBC-0777C6C34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7F07E4-38E8-EDC6-6F50-7A0FCBC4C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Autofit/>
          </a:bodyPr>
          <a:lstStyle/>
          <a:p>
            <a:pPr algn="r" rtl="1"/>
            <a:r>
              <a:rPr lang="he-IL" sz="4000" dirty="0">
                <a:solidFill>
                  <a:schemeClr val="accent2">
                    <a:lumMod val="75000"/>
                  </a:schemeClr>
                </a:solidFill>
              </a:rPr>
              <a:t>כרטיס בקרה שנבחר ואפשרויות אחרות</a:t>
            </a:r>
            <a:endParaRPr lang="en-GB" sz="4000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5D1A3594-D39C-20D6-7C75-95218A026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6764F342-9019-998F-20E2-6BCEAEA4F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pPr algn="r" rtl="1"/>
            <a:r>
              <a:rPr lang="he-IL" sz="2800" dirty="0" err="1"/>
              <a:t>כגכ</a:t>
            </a:r>
            <a:endParaRPr lang="en-GB" sz="2800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DE56B79E-2E45-A457-762B-24B4B372F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963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C296B4-2421-C255-EE4B-1FCC61363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CCD6610-7950-A6D3-ECBA-D5C04BC55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4990DA-4092-33B9-9EE5-090677F15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Autofit/>
          </a:bodyPr>
          <a:lstStyle/>
          <a:p>
            <a:pPr algn="r" rtl="1"/>
            <a:r>
              <a:rPr lang="he-IL" sz="4000" dirty="0">
                <a:solidFill>
                  <a:schemeClr val="accent2">
                    <a:lumMod val="75000"/>
                  </a:schemeClr>
                </a:solidFill>
              </a:rPr>
              <a:t>מודל ראייה ממוחשבת שנבחר ואפשרויות אחרות</a:t>
            </a:r>
            <a:endParaRPr lang="en-GB" sz="4000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6B6E5927-4A34-A057-CD18-1070D8E30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6403F19D-1CC2-CEF6-DA89-51F00D7D7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pPr algn="r" rtl="1"/>
            <a:r>
              <a:rPr lang="he-IL" sz="2800" dirty="0" err="1"/>
              <a:t>כגכ</a:t>
            </a:r>
            <a:endParaRPr lang="en-GB" sz="2800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51FE4C61-3B23-F975-50B4-73968DB62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32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B94EDE-AA6D-A5AB-B130-650067189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8CF75D3-2587-1694-0FA2-79D4DCA4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419DDC-6C94-356C-A891-2AD3C60EF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Autofit/>
          </a:bodyPr>
          <a:lstStyle/>
          <a:p>
            <a:pPr algn="r" rtl="1"/>
            <a:r>
              <a:rPr lang="he-IL" sz="4000" dirty="0">
                <a:solidFill>
                  <a:schemeClr val="accent2">
                    <a:lumMod val="75000"/>
                  </a:schemeClr>
                </a:solidFill>
              </a:rPr>
              <a:t>מה נעשה עד</a:t>
            </a:r>
            <a:endParaRPr lang="en-GB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716A2743-4304-CC33-E477-1C842BDD8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7E9D7911-A9F4-AA35-91E8-47F35EC21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pPr algn="r" rtl="1"/>
            <a:r>
              <a:rPr lang="he-IL" sz="2800" dirty="0" err="1"/>
              <a:t>כגכ</a:t>
            </a:r>
            <a:endParaRPr lang="en-GB" sz="2800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D979520E-717C-4183-9DD6-EF18FA086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808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273C8-D911-E3B5-2292-7D9CFED1E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FA40308-8EA3-16FA-7A1B-720CAF07F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8B55B-1946-8F35-F900-88A85FD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Autofit/>
          </a:bodyPr>
          <a:lstStyle/>
          <a:p>
            <a:pPr algn="r" rtl="1"/>
            <a:r>
              <a:rPr lang="he-IL" sz="4000" dirty="0">
                <a:solidFill>
                  <a:schemeClr val="accent2">
                    <a:lumMod val="75000"/>
                  </a:schemeClr>
                </a:solidFill>
              </a:rPr>
              <a:t>מה נשאר לעשות</a:t>
            </a:r>
            <a:endParaRPr lang="en-GB" sz="4000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17B90941-D6E6-21A8-D9C6-41DC7B00F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352BFC7B-3BEA-AAA3-9055-AE89AD498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pPr algn="r" rtl="1"/>
            <a:r>
              <a:rPr lang="he-IL" sz="2800" dirty="0" err="1"/>
              <a:t>כגכ</a:t>
            </a:r>
            <a:endParaRPr lang="en-GB" sz="2800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33D8DB24-2611-89C2-6F6D-35757D2EE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79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F826EB-DB05-F507-6F90-0F8A73BBF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FCA86DC-D860-7992-9D4E-AFBDD871B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D9B77D-EB7A-9D39-6388-176FDD654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Autofit/>
          </a:bodyPr>
          <a:lstStyle/>
          <a:p>
            <a:pPr algn="r" rtl="1"/>
            <a:r>
              <a:rPr lang="he-IL" sz="4000" dirty="0">
                <a:solidFill>
                  <a:schemeClr val="accent2">
                    <a:lumMod val="75000"/>
                  </a:schemeClr>
                </a:solidFill>
              </a:rPr>
              <a:t>תודה</a:t>
            </a:r>
            <a:endParaRPr lang="en-GB" sz="4000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C75517C-6D04-22FD-3154-73604114D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DCC9C898-FBE1-F59D-FBD2-8FD3704DB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pPr algn="r" rtl="1"/>
            <a:r>
              <a:rPr lang="he-IL" sz="2800" dirty="0" err="1"/>
              <a:t>כגכ</a:t>
            </a:r>
            <a:endParaRPr lang="en-GB" sz="2800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FEFBA27C-C3DC-7DB8-DFE9-BF8807C54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3345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17</TotalTime>
  <Words>59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מובילאיי לאופניים</vt:lpstr>
      <vt:lpstr>תמונה של רכיבי הפרוייקט וסקיצה שלו   </vt:lpstr>
      <vt:lpstr>סקירת הבעיה</vt:lpstr>
      <vt:lpstr>אזכור של פיתוח דומה</vt:lpstr>
      <vt:lpstr>מצלמה שנבחרה ואפשרויות אחרות</vt:lpstr>
      <vt:lpstr>כרטיס בקרה שנבחר ואפשרויות אחרות</vt:lpstr>
      <vt:lpstr>מודל ראייה ממוחשבת שנבחר ואפשרויות אחרות</vt:lpstr>
      <vt:lpstr>מה נעשה עד</vt:lpstr>
      <vt:lpstr>מה נשאר לעשות</vt:lpstr>
      <vt:lpstr>תודה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 Lebedinsky</dc:creator>
  <cp:lastModifiedBy>Ron Lebedinsky</cp:lastModifiedBy>
  <cp:revision>2</cp:revision>
  <dcterms:created xsi:type="dcterms:W3CDTF">2025-03-15T13:49:00Z</dcterms:created>
  <dcterms:modified xsi:type="dcterms:W3CDTF">2025-03-15T14:06:59Z</dcterms:modified>
</cp:coreProperties>
</file>